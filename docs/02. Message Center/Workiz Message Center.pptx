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89" d="100"/>
          <a:sy n="89" d="100"/>
        </p:scale>
        <p:origin x="34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CD4D8-E858-3215-E238-D47061F0D1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6513CA-5643-400B-BB6E-2E44791A45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1E8E5-29CC-2529-5300-B6590B186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11B9C-42C4-4B01-8FB2-455D0CB8A32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CBA69-7870-E8E8-136D-A68A1421E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7DBB3-CEE7-929A-C169-E276F62E0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9FD49-1D78-4F69-A699-9A7C96EDC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06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36941-3FD3-F72F-D219-7AD00782B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E0385-11F0-4981-3968-1A426A885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FEEDA-0E4B-555F-FD0A-4FE444110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11B9C-42C4-4B01-8FB2-455D0CB8A32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F9F12-B9E5-C9D8-EAAD-577228BF8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2AAF3-F48F-E13B-8E50-8BEF07E29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9FD49-1D78-4F69-A699-9A7C96EDC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59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67640-7B1C-18C1-1E50-952C746B0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694CB-91F2-4223-C925-4537157C5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A4AD9-4B44-9D70-3EB5-BFFB9EE69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11B9C-42C4-4B01-8FB2-455D0CB8A32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31E36-9B25-0655-2E07-9BA777DC5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EE94A-454F-4521-D5B0-C358B054B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9FD49-1D78-4F69-A699-9A7C96EDC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886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2A5F4-1477-8DC5-EA87-F47B5A7F8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ADB32-2C29-0FDF-633F-400832C27F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682F56-ED92-01D8-B2BD-E092375E5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779A94-CDB7-D819-D8D2-424B7EDC9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11B9C-42C4-4B01-8FB2-455D0CB8A32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7D81A-1567-CBFF-0156-E44DA1322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08EF72-BEDD-4BCA-D569-447E3411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9FD49-1D78-4F69-A699-9A7C96EDC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56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42809-4DFA-2CDA-C368-5B31382DF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A12DA-43F9-03F5-EE52-CB5E9D155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F0F5BB-510C-C6FB-CDAF-5DB68E0B2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9053A3-1F99-D50B-8BE2-E4869F87C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ADB5D0-1032-886F-8D9F-44AE232460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6FBAD2-4BD9-7AFB-1948-E44CAD976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11B9C-42C4-4B01-8FB2-455D0CB8A32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F82CC-31E3-4B5D-294E-64933C391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4ECD21-FF73-86D7-2CBE-B61992022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9FD49-1D78-4F69-A699-9A7C96EDC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569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B83D7-AA86-2A5B-5A2E-9377320B6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470991-454E-B45F-7981-BE98767CB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11B9C-42C4-4B01-8FB2-455D0CB8A32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C1CD03-AFEC-22B2-182F-59277715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BD2A38-5D0B-7D74-BDAE-4C4891AE0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9FD49-1D78-4F69-A699-9A7C96EDC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56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1FC6C6-87CC-32C5-2057-521E41751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11B9C-42C4-4B01-8FB2-455D0CB8A32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1CF480-2C93-B7EE-DB0D-72545195C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26F78-D2F7-DAC5-9731-C9677423F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9FD49-1D78-4F69-A699-9A7C96EDC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688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0CFC6-8560-DDD8-E4CA-5F8D25E5B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DA649-27DD-15B0-FB65-B190C1763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02BEF9-1ABC-F8B1-4068-A67BDBF1D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D17B5-9CAE-E7ED-D49B-E87E7A3C1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11B9C-42C4-4B01-8FB2-455D0CB8A32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11E792-BD79-DD31-6C64-1770E0F39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B66D43-2AD0-B66C-4BD9-8C08A7DE7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9FD49-1D78-4F69-A699-9A7C96EDC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04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42C52-9C45-1118-2FDD-0DABF6694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737D4D-D7B3-4C9F-4E23-451254CFED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5DFCDB-8F14-52BA-7AAC-B02EC80D8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54F3D0-7FB3-F6B8-88CD-0363E1159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11B9C-42C4-4B01-8FB2-455D0CB8A32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DF7F4-2FCA-4152-AEC0-786A53124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F9B630-2175-5168-CC51-82A98B305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9FD49-1D78-4F69-A699-9A7C96EDC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138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F0CB7-150B-311C-019A-F19FDA56D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148D79-F758-DEF7-4A93-5D5A2BD3A4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77088-1394-4704-1217-85E0F30C1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11B9C-42C4-4B01-8FB2-455D0CB8A32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85920-9CE0-2565-9208-0A7E6810B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29762-9A5C-8E61-EF38-EF1C0D005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9FD49-1D78-4F69-A699-9A7C96EDC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69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FF576-9E4B-0333-F636-42C89DFB16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7014DC-7F3A-D4B1-F014-D8AAD9871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61BA6-29F9-CBDA-6373-1D6F8635D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11B9C-42C4-4B01-8FB2-455D0CB8A32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7A6BD-97DE-66C1-7A4A-C6DF253AD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BB55-B35C-1CFE-3672-0F01565EA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9FD49-1D78-4F69-A699-9A7C96EDC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708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AEDEF7-168D-05B5-268D-DC03D409E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8FE16-92AE-2DD6-C9C0-A14B6E961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8D976-F798-51F6-7446-11D0E74BC2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911B9C-42C4-4B01-8FB2-455D0CB8A327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5950D-BDB8-1152-D15C-5799750D7E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70F95-AA4D-6802-B26B-32EE1395A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29FD49-1D78-4F69-A699-9A7C96EDC9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335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32F35E-734D-ED23-30DB-45D9266F8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74" y="1535899"/>
            <a:ext cx="5435439" cy="3710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8321B8-B470-51C3-6D5B-B78CE9460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751" y="3112249"/>
            <a:ext cx="5646909" cy="3181626"/>
          </a:xfrm>
          <a:prstGeom prst="rect">
            <a:avLst/>
          </a:prstGeom>
        </p:spPr>
      </p:pic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204DA8E0-722E-28BD-0EE3-C04991CAD898}"/>
              </a:ext>
            </a:extLst>
          </p:cNvPr>
          <p:cNvSpPr/>
          <p:nvPr/>
        </p:nvSpPr>
        <p:spPr>
          <a:xfrm>
            <a:off x="279039" y="412124"/>
            <a:ext cx="1442438" cy="661115"/>
          </a:xfrm>
          <a:prstGeom prst="wedgeRoundRectCallout">
            <a:avLst>
              <a:gd name="adj1" fmla="val 65213"/>
              <a:gd name="adj2" fmla="val 164421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Opens the SMART contact search bar on the main panel</a:t>
            </a: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975F8554-FF57-D598-6366-E434E95CB1AE}"/>
              </a:ext>
            </a:extLst>
          </p:cNvPr>
          <p:cNvSpPr/>
          <p:nvPr/>
        </p:nvSpPr>
        <p:spPr>
          <a:xfrm>
            <a:off x="2064372" y="412123"/>
            <a:ext cx="985205" cy="661115"/>
          </a:xfrm>
          <a:prstGeom prst="wedgeRoundRectCallout">
            <a:avLst>
              <a:gd name="adj1" fmla="val -19311"/>
              <a:gd name="adj2" fmla="val 164421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Add New Group</a:t>
            </a: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C78AFD0D-F4B9-63F6-C057-D5209DDB50ED}"/>
              </a:ext>
            </a:extLst>
          </p:cNvPr>
          <p:cNvSpPr/>
          <p:nvPr/>
        </p:nvSpPr>
        <p:spPr>
          <a:xfrm>
            <a:off x="3152636" y="412122"/>
            <a:ext cx="985205" cy="661115"/>
          </a:xfrm>
          <a:prstGeom prst="wedgeRoundRectCallout">
            <a:avLst>
              <a:gd name="adj1" fmla="val -36741"/>
              <a:gd name="adj2" fmla="val 172862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Write on message status</a:t>
            </a: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89815129-78CE-ECFC-5D7A-8008CEFFAEE2}"/>
              </a:ext>
            </a:extLst>
          </p:cNvPr>
          <p:cNvSpPr/>
          <p:nvPr/>
        </p:nvSpPr>
        <p:spPr>
          <a:xfrm>
            <a:off x="4279538" y="312896"/>
            <a:ext cx="985205" cy="661115"/>
          </a:xfrm>
          <a:prstGeom prst="wedgeRoundRectCallout">
            <a:avLst>
              <a:gd name="adj1" fmla="val -123018"/>
              <a:gd name="adj2" fmla="val 177407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Search message</a:t>
            </a:r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D5BCBA47-7821-C3AF-2969-0B290F010BB7}"/>
              </a:ext>
            </a:extLst>
          </p:cNvPr>
          <p:cNvSpPr/>
          <p:nvPr/>
        </p:nvSpPr>
        <p:spPr>
          <a:xfrm>
            <a:off x="9995611" y="1899144"/>
            <a:ext cx="985205" cy="661115"/>
          </a:xfrm>
          <a:prstGeom prst="wedgeRoundRectCallout">
            <a:avLst>
              <a:gd name="adj1" fmla="val -123018"/>
              <a:gd name="adj2" fmla="val 177407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Smart search Bar</a:t>
            </a:r>
          </a:p>
        </p:txBody>
      </p:sp>
    </p:spTree>
    <p:extLst>
      <p:ext uri="{BB962C8B-B14F-4D97-AF65-F5344CB8AC3E}">
        <p14:creationId xmlns:p14="http://schemas.microsoft.com/office/powerpoint/2010/main" val="4271643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198BC-570A-2FAA-689F-C7273677F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D9664A-5F8E-2158-1651-5498BF341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72" y="1635722"/>
            <a:ext cx="5715496" cy="4104766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7DBC2461-A661-E88A-EB86-8E7533C1FFC6}"/>
              </a:ext>
            </a:extLst>
          </p:cNvPr>
          <p:cNvSpPr/>
          <p:nvPr/>
        </p:nvSpPr>
        <p:spPr>
          <a:xfrm>
            <a:off x="1085402" y="388022"/>
            <a:ext cx="1016175" cy="661115"/>
          </a:xfrm>
          <a:prstGeom prst="wedgeRoundRectCallout">
            <a:avLst>
              <a:gd name="adj1" fmla="val 95289"/>
              <a:gd name="adj2" fmla="val 170914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Opens contact info on side bar on the right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BF083F6-4138-6944-0DAB-E11BBFA92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487" y="1756239"/>
            <a:ext cx="5732815" cy="3955815"/>
          </a:xfrm>
          <a:prstGeom prst="rect">
            <a:avLst/>
          </a:prstGeom>
        </p:spPr>
      </p:pic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1823DADF-565D-678B-9C44-BAC2A7F15F5C}"/>
              </a:ext>
            </a:extLst>
          </p:cNvPr>
          <p:cNvSpPr/>
          <p:nvPr/>
        </p:nvSpPr>
        <p:spPr>
          <a:xfrm>
            <a:off x="2594390" y="476027"/>
            <a:ext cx="1016175" cy="661115"/>
          </a:xfrm>
          <a:prstGeom prst="wedgeRoundRectCallout">
            <a:avLst>
              <a:gd name="adj1" fmla="val -27225"/>
              <a:gd name="adj2" fmla="val 152083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Call client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5D917827-8472-6756-1DAC-B22E121C3C27}"/>
              </a:ext>
            </a:extLst>
          </p:cNvPr>
          <p:cNvSpPr/>
          <p:nvPr/>
        </p:nvSpPr>
        <p:spPr>
          <a:xfrm>
            <a:off x="8795568" y="501200"/>
            <a:ext cx="1016175" cy="546376"/>
          </a:xfrm>
          <a:prstGeom prst="wedgeRoundRectCallout">
            <a:avLst>
              <a:gd name="adj1" fmla="val -27225"/>
              <a:gd name="adj2" fmla="val 152083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Add contact to the conservation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FFE98144-6A56-1F78-8505-EC48B3B1FBE7}"/>
              </a:ext>
            </a:extLst>
          </p:cNvPr>
          <p:cNvSpPr/>
          <p:nvPr/>
        </p:nvSpPr>
        <p:spPr>
          <a:xfrm>
            <a:off x="6831540" y="3632912"/>
            <a:ext cx="1016175" cy="720147"/>
          </a:xfrm>
          <a:prstGeom prst="wedgeRoundRectCallout">
            <a:avLst>
              <a:gd name="adj1" fmla="val 85573"/>
              <a:gd name="adj2" fmla="val -49846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Smart action as follow next step to message</a:t>
            </a: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74FF14BF-A024-8032-3D94-2AE825299D84}"/>
              </a:ext>
            </a:extLst>
          </p:cNvPr>
          <p:cNvSpPr/>
          <p:nvPr/>
        </p:nvSpPr>
        <p:spPr>
          <a:xfrm>
            <a:off x="2373304" y="5924605"/>
            <a:ext cx="1016175" cy="720147"/>
          </a:xfrm>
          <a:prstGeom prst="wedgeRoundRectCallout">
            <a:avLst>
              <a:gd name="adj1" fmla="val -37786"/>
              <a:gd name="adj2" fmla="val -87998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Type Message</a:t>
            </a:r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A850E267-E1FD-50BF-2381-BB6DA792D97B}"/>
              </a:ext>
            </a:extLst>
          </p:cNvPr>
          <p:cNvSpPr/>
          <p:nvPr/>
        </p:nvSpPr>
        <p:spPr>
          <a:xfrm>
            <a:off x="10036233" y="5292140"/>
            <a:ext cx="1016175" cy="720147"/>
          </a:xfrm>
          <a:prstGeom prst="wedgeRoundRectCallout">
            <a:avLst>
              <a:gd name="adj1" fmla="val 85573"/>
              <a:gd name="adj2" fmla="val -49846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Open Quick </a:t>
            </a:r>
            <a:r>
              <a:rPr lang="en-US" sz="1000" dirty="0" err="1">
                <a:solidFill>
                  <a:schemeClr val="tx1"/>
                </a:solidFill>
              </a:rPr>
              <a:t>replys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7621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51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Giacomo Iacoangeli</dc:creator>
  <cp:lastModifiedBy>Giacomo Iacoangeli</cp:lastModifiedBy>
  <cp:revision>1</cp:revision>
  <dcterms:created xsi:type="dcterms:W3CDTF">2025-12-16T17:25:49Z</dcterms:created>
  <dcterms:modified xsi:type="dcterms:W3CDTF">2025-12-16T17:39:32Z</dcterms:modified>
</cp:coreProperties>
</file>